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62" r:id="rId2"/>
    <p:sldId id="256" r:id="rId3"/>
    <p:sldId id="257" r:id="rId4"/>
    <p:sldId id="258" r:id="rId5"/>
    <p:sldId id="259" r:id="rId6"/>
    <p:sldId id="260" r:id="rId7"/>
    <p:sldId id="272" r:id="rId8"/>
    <p:sldId id="266" r:id="rId9"/>
    <p:sldId id="269" r:id="rId10"/>
    <p:sldId id="267" r:id="rId11"/>
    <p:sldId id="271" r:id="rId12"/>
    <p:sldId id="268" r:id="rId13"/>
    <p:sldId id="270" r:id="rId14"/>
    <p:sldId id="261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CEFF5-157F-4C6E-96DB-AD380AD4276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084" y="566058"/>
            <a:ext cx="8795657" cy="1603375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IN" sz="31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SIMATS ENGINEERING </a:t>
            </a:r>
            <a:br>
              <a:rPr lang="en-IN" sz="31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sz="31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Saveetha Institute of Medical and Technical Sciences</a:t>
            </a:r>
            <a:r>
              <a:rPr lang="en-IN" sz="31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br>
              <a:rPr lang="en-IN" sz="31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sz="31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Chennai-602105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7342" y="2467882"/>
            <a:ext cx="4691743" cy="570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CSA0203 – C Programming</a:t>
            </a:r>
            <a:endParaRPr lang="en-IN" sz="28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38249" y="3222770"/>
            <a:ext cx="96845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" panose="02020603050405020304" pitchFamily="18" charset="0"/>
                <a:cs typeface="Times" panose="02020603050405020304" pitchFamily="18" charset="0"/>
              </a:rPr>
              <a:t>Hospital Blood Bank Automation System: Structured Data Handling Using Files and Arrays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9712" y="5255959"/>
            <a:ext cx="31749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Guided by</a:t>
            </a:r>
          </a:p>
          <a:p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Dr. S.K. Saravanan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0936" y="5157983"/>
            <a:ext cx="39902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Presented by</a:t>
            </a:r>
          </a:p>
          <a:p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   Leeba S (192565095)</a:t>
            </a:r>
          </a:p>
          <a:p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   Pavani B ( 192525248) </a:t>
            </a:r>
          </a:p>
          <a:p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   Harini G (192521186)</a:t>
            </a:r>
          </a:p>
          <a:p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9202" y="1774371"/>
            <a:ext cx="94705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 Blood banks play an important role in saving lives during emergencies.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 Managing donor details, blood inventory, and patient requests manually is difficult.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 A computerized system helps to store, manage, and retrieve blood-related information efficiently.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 This project uses arrays and file handling concepts for structured data management. </a:t>
            </a:r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016828" y="707569"/>
            <a:ext cx="3470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IN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9366" y="887639"/>
            <a:ext cx="550817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IN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1229" y="1967139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 Manual blood bank record management requires more time and effort.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 Difficulty in finding available blood groups quickly.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 Maintaining donor and patient records manually may cause errors.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 Updating blood stock information is challenging.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 Emergency blood requirements need faster and more reliable access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3510" y="811440"/>
            <a:ext cx="246017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ABSTRACT</a:t>
            </a:r>
            <a:endParaRPr lang="en-IN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3375" y="1858282"/>
            <a:ext cx="10091053" cy="43139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Hospital Blood Bank Automation System automates blood bank operations.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It manages donor information, blood stock, patient requests, and transaction records.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 is stored using file handling techniques.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Arrays are used for efficient data organization and processing.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system reduces paperwork and improves accuracy. 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6456" y="822322"/>
            <a:ext cx="4234543" cy="1325563"/>
          </a:xfrm>
        </p:spPr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EXISTING SYSTEMS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0829" y="1945366"/>
            <a:ext cx="8937171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Blood donor details are recorded in register books or paper files.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Blood stock information is maintained manually.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Staff check blood availability by searching through records.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Patient blood requests are handled using handwritten records.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Updating donation and issue details requires manual changes</a:t>
            </a:r>
            <a:r>
              <a:rPr lang="en-IN" sz="2400" dirty="0">
                <a:solidFill>
                  <a:schemeClr val="tx1"/>
                </a:solidFill>
              </a:rPr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971" y="239485"/>
            <a:ext cx="10526486" cy="19562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PROPOSED SYSTEM</a:t>
            </a:r>
            <a:br>
              <a:rPr lang="en-IN" b="1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   </a:t>
            </a:r>
            <a:r>
              <a:rPr lang="en-IN" sz="27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AUTOMATED BLOOD BANK MANAGEMENT SYSTEM</a:t>
            </a:r>
            <a:endParaRPr lang="en-IN" sz="27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7371" y="1967140"/>
            <a:ext cx="773974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                  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Digital storage of donor and patient information.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Blood stock management using arrays.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Permanent data storage using files.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Quick search and update operations.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Improved accuracy and efficiency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2700E-6282-91F8-3D34-5AC98205C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734" y="1364176"/>
            <a:ext cx="8596668" cy="388077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BC1C1375-95CB-E913-8CC5-E16E9099D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" y="511175"/>
            <a:ext cx="11355070" cy="602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6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Module 1 – Donor Management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219" y="2073503"/>
            <a:ext cx="10208381" cy="388077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The Donor Management Module handles all information about blood donors. It allows the admin or staff to register new donors and maintain their records.</a:t>
            </a:r>
          </a:p>
          <a:p>
            <a:pPr marL="0" indent="0" algn="just">
              <a:buNone/>
            </a:pP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Add new donor details such as Donor ID, name, age, gender and blood group.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Store contact number, address and donation date.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Search and update donor information.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Maintain the donor's blood donation history.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Use donor blood group information for updating the blood inventory. </a:t>
            </a:r>
          </a:p>
          <a:p>
            <a:endParaRPr lang="en-IN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780" y="633730"/>
            <a:ext cx="6522720" cy="58159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810" y="1104265"/>
            <a:ext cx="5020945" cy="47999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Module 2 – Blood Inventory Management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02229"/>
            <a:ext cx="10382552" cy="544285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The Blood Inventory Management Module manages the blood units available in the blood bank. It helps staff monitor the quantity and status of different blood groups.</a:t>
            </a:r>
          </a:p>
          <a:p>
            <a:pPr marL="0" indent="0" algn="just">
              <a:buNone/>
            </a:pPr>
            <a:endParaRPr lang="en-IN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Store blood group and total available units.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Add blood units when a donor donates blood.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Reduce the available units when blood is issued.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Check the availability of a particular blood group.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Maintain blood expiry dates.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Provide updated blood stock information to staff. 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3465" y="700405"/>
            <a:ext cx="10223500" cy="5764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0415210" cy="13208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</a:t>
            </a: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Module 3 - Patient Request &amp; Record Management 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247" y="1801361"/>
            <a:ext cx="9402837" cy="3880773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This module manages patient blood requests and the related records.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Register patient blood requests.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Store Request ID, patient name, blood group and units required.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Check whether the requested blood is available.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Issue blood and update inventory.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Save and update donor, inventory and patient records. </a:t>
            </a:r>
          </a:p>
          <a:p>
            <a:pPr lvl="0" algn="just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Generate reports such as donor list, blood availability and issued blood details.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0130" y="1057910"/>
            <a:ext cx="5751195" cy="49561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837555" y="4319905"/>
            <a:ext cx="4528820" cy="193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65" y="1080770"/>
            <a:ext cx="5457190" cy="4956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7260" y="729620"/>
            <a:ext cx="406072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FUNCTIONALITIES</a:t>
            </a:r>
            <a:endParaRPr lang="en-IN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3887" y="1890940"/>
            <a:ext cx="96774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Donor Management: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Add, search, and update donor details.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Blood Stock Management: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Track available blood units and update  stock.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Patient Management: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Handle blood requests and issue records.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File Handling: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Store and retrieve data using files.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Reports: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Display blood availability and transaction details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4912" y="789670"/>
            <a:ext cx="29718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  <a:endParaRPr lang="en-IN" sz="32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0971" y="1814740"/>
            <a:ext cx="10025744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The Hospital Blood Bank Automation System simplifies blood bank management.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It provides efficient storage and retrieval of donor, patient, and blood stock details.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The system reduces manual work and improves data accuracy.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File handling and arrays help in structured data management.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It provides a faster and reliable solution for emergency blood requirements.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7569" y="582838"/>
            <a:ext cx="315686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REFERENCES</a:t>
            </a:r>
            <a:endParaRPr lang="en-IN" sz="32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258" y="1618793"/>
            <a:ext cx="10178142" cy="4667250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Khan, I., Jiya, Krishan, Tanwar, Y., &amp; Yadav, P. (2024). </a:t>
            </a:r>
            <a:r>
              <a:rPr lang="en-IN" i="1" dirty="0"/>
              <a:t>A Comprehensive Blood Bank Management System for Efficient Resource and Staff Handling in Service </a:t>
            </a:r>
            <a:r>
              <a:rPr lang="en-IN" i="1" dirty="0" err="1"/>
              <a:t>Centers</a:t>
            </a:r>
            <a:r>
              <a:rPr lang="en-IN" i="1" dirty="0"/>
              <a:t>.</a:t>
            </a:r>
            <a:r>
              <a:rPr lang="en-IN" dirty="0"/>
              <a:t> IJR-</a:t>
            </a:r>
            <a:r>
              <a:rPr lang="en-IN" dirty="0" err="1"/>
              <a:t>Granthaalayah</a:t>
            </a:r>
            <a:r>
              <a:rPr lang="en-IN" dirty="0"/>
              <a:t>, 12(12), 152–161.</a:t>
            </a:r>
          </a:p>
          <a:p>
            <a:pPr lvl="0"/>
            <a:r>
              <a:rPr lang="en-IN" dirty="0" err="1"/>
              <a:t>Bawankar</a:t>
            </a:r>
            <a:r>
              <a:rPr lang="en-IN" dirty="0"/>
              <a:t>, G., Raut, S., </a:t>
            </a:r>
            <a:r>
              <a:rPr lang="en-IN" dirty="0" err="1"/>
              <a:t>Sharnagate</a:t>
            </a:r>
            <a:r>
              <a:rPr lang="en-IN" dirty="0"/>
              <a:t>, D., Bhoyar, K., &amp; Shende, T. (2024). </a:t>
            </a:r>
            <a:r>
              <a:rPr lang="en-IN" i="1" dirty="0"/>
              <a:t>Development of Blood Management System Application Using Machine Learning.</a:t>
            </a:r>
            <a:r>
              <a:rPr lang="en-IN" dirty="0"/>
              <a:t> IJRASET. doi:10.22214/ijraset.2024.65428</a:t>
            </a:r>
          </a:p>
          <a:p>
            <a:pPr lvl="0"/>
            <a:r>
              <a:rPr lang="en-IN" dirty="0"/>
              <a:t>Kumar, A.K., Pasha, M.S., </a:t>
            </a:r>
            <a:r>
              <a:rPr lang="en-IN" dirty="0" err="1"/>
              <a:t>Pingili</a:t>
            </a:r>
            <a:r>
              <a:rPr lang="en-IN" dirty="0"/>
              <a:t>, M., Prasanthi, B., Gupta, Y., &amp; </a:t>
            </a:r>
            <a:r>
              <a:rPr lang="en-IN" dirty="0" err="1"/>
              <a:t>Parameswar</a:t>
            </a:r>
            <a:r>
              <a:rPr lang="en-IN" dirty="0"/>
              <a:t>, M. (2025). </a:t>
            </a:r>
            <a:r>
              <a:rPr lang="en-IN" i="1" dirty="0"/>
              <a:t>An Effective Blood Bank Tracking System Integration Incorporating Fuzzy Logic and Information Security Using AI.</a:t>
            </a:r>
            <a:r>
              <a:rPr lang="en-IN" dirty="0"/>
              <a:t> Hybrid Intelligent Systems (Springer).</a:t>
            </a:r>
          </a:p>
          <a:p>
            <a:pPr lvl="0"/>
            <a:r>
              <a:rPr lang="en-IN" dirty="0"/>
              <a:t>Khan, S.A. et al. (2025). </a:t>
            </a:r>
            <a:r>
              <a:rPr lang="en-IN" i="1" dirty="0"/>
              <a:t>IoT Based E-Blood Bank System for Real Time Hospital Monitoring and Inventory Management.</a:t>
            </a:r>
            <a:r>
              <a:rPr lang="en-IN" dirty="0"/>
              <a:t> IJIRCST, 13(3).</a:t>
            </a:r>
          </a:p>
          <a:p>
            <a:pPr lvl="0"/>
            <a:r>
              <a:rPr lang="en-IN" dirty="0"/>
              <a:t>Odeh, M. et al. (2024). </a:t>
            </a:r>
            <a:r>
              <a:rPr lang="en-IN" i="1" dirty="0"/>
              <a:t>Informing the State of Process </a:t>
            </a:r>
            <a:r>
              <a:rPr lang="en-IN" i="1" dirty="0" err="1"/>
              <a:t>Modeling</a:t>
            </a:r>
            <a:r>
              <a:rPr lang="en-IN" i="1" dirty="0"/>
              <a:t> and Automation of Blood Banking and Transfusion Services Through a Systematic Mapping Study.</a:t>
            </a:r>
            <a:r>
              <a:rPr lang="en-IN" dirty="0"/>
              <a:t> </a:t>
            </a:r>
            <a:r>
              <a:rPr lang="en-IN"/>
              <a:t>Journal of Multidisciplinary Healthcare, 17, 473–489.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896</Words>
  <Application>Microsoft Office PowerPoint</Application>
  <PresentationFormat>Widescreen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Times</vt:lpstr>
      <vt:lpstr>Times New Roman</vt:lpstr>
      <vt:lpstr>Trebuchet MS</vt:lpstr>
      <vt:lpstr>Wingdings</vt:lpstr>
      <vt:lpstr>Wingdings 3</vt:lpstr>
      <vt:lpstr>Facet</vt:lpstr>
      <vt:lpstr>SIMATS ENGINEERING  Saveetha Institute of Medical and Technical Sciences  Chennai-602105 </vt:lpstr>
      <vt:lpstr>PowerPoint Presentation</vt:lpstr>
      <vt:lpstr>PROBLEM STATEMENT</vt:lpstr>
      <vt:lpstr>ABSTRACT</vt:lpstr>
      <vt:lpstr>EXISTING SYSTEMS </vt:lpstr>
      <vt:lpstr>                           PROPOSED SYSTEM    AUTOMATED BLOOD BANK MANAGEMENT SYSTEM</vt:lpstr>
      <vt:lpstr>PowerPoint Presentation</vt:lpstr>
      <vt:lpstr>Module 1 – Donor Management Module</vt:lpstr>
      <vt:lpstr>PowerPoint Presentation</vt:lpstr>
      <vt:lpstr>Module 2 – Blood Inventory Management </vt:lpstr>
      <vt:lpstr>PowerPoint Presentation</vt:lpstr>
      <vt:lpstr> Module 3 - Patient Request &amp; Record Management  </vt:lpstr>
      <vt:lpstr>PowerPoint Presentation</vt:lpstr>
      <vt:lpstr>FUNCTIONALITIES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sivsnesh2021@gmail.com</dc:creator>
  <cp:lastModifiedBy>B. Pavani</cp:lastModifiedBy>
  <cp:revision>3</cp:revision>
  <dcterms:created xsi:type="dcterms:W3CDTF">2026-07-27T13:28:00Z</dcterms:created>
  <dcterms:modified xsi:type="dcterms:W3CDTF">2026-08-27T06:47:04Z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8A1B0B00010B43359B967D1E944E1655_12</vt:lpwstr>
  </property>
</Properties>
</file>