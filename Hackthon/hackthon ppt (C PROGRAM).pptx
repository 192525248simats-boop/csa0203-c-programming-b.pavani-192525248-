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88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749808"/>
            <a:ext cx="365760" cy="36576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8229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7498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822960"/>
            <a:ext cx="365760" cy="36576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7498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8229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CHALLENGE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Airport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Baggage Tracking System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49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concurrent, multi-terminal baggage lifecycle system in C — from check-in to aircraft loading — built with pthreads, mutex synchronization, sockets, and file-backed history.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852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Pavani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192525248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 of Bags. One Consistent Truth.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airport processes thousands of bags across multiple flights every hour. Each bag travels through several checkpoints, while multiple scanning stations update its status at the same time — creating a classic concurrent-systems problem.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777240" cy="7772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977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864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17320" y="4366260"/>
            <a:ext cx="70408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21408" y="3977640"/>
            <a:ext cx="777240" cy="7772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21408" y="3977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4864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98648" y="4366260"/>
            <a:ext cx="70408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02736" y="3977640"/>
            <a:ext cx="777240" cy="7772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02736" y="3977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282696" y="4864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79976" y="4366260"/>
            <a:ext cx="70408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84064" y="3977640"/>
            <a:ext cx="777240" cy="77724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84064" y="3977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4864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86600" y="1600200"/>
            <a:ext cx="4434840" cy="2148840"/>
          </a:xfrm>
          <a:prstGeom prst="roundRect">
            <a:avLst>
              <a:gd name="adj" fmla="val 5106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1A2B3C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06640" y="1810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RISK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updates from multiple scanners can leave one bag's status inconsistent — the exact fault this system must design against.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Must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63624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563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49961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Records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80136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baggage records on the fly with malloc — no fixed-size arrays.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56362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99632" y="1563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49961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Pointer-Based Updates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80136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fields directly via pointers to shared structures.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2615184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761488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26974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Functions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299923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functions for check-in, scanning, loading, and delivery.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35040" y="2615184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276148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99632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26974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299923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 simulate several scanning stations working simultaneously.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0080" y="3813048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3959352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38953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89888" y="419709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locks guard shared state from inconsistent updates.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035040" y="3813048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395935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9632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38953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History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784848" y="419709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is appended to a persistent log file.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40080" y="5010912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5157216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389888" y="509320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Communication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389888" y="539496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sockets let airport terminals exchange baggage events.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035040" y="5010912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9632" y="515721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199632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784848" y="509320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Configuration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6784848" y="539496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ID and server port are set via command-line arguments.</a:t>
            </a:r>
            <a:endParaRPr lang="en-US" sz="1080" dirty="0"/>
          </a:p>
        </p:txBody>
      </p:sp>
      <p:sp>
        <p:nvSpPr>
          <p:cNvPr id="44" name="Text 4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(Check-in)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4520" y="2651760"/>
            <a:ext cx="0" cy="502920"/>
          </a:xfrm>
          <a:prstGeom prst="line">
            <a:avLst/>
          </a:prstGeom>
          <a:noFill/>
          <a:ln w="25400">
            <a:solidFill>
              <a:srgbClr val="FFB1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7373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(Scanning)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651760"/>
            <a:ext cx="0" cy="502920"/>
          </a:xfrm>
          <a:prstGeom prst="line">
            <a:avLst/>
          </a:prstGeom>
          <a:noFill/>
          <a:ln w="25400">
            <a:solidFill>
              <a:srgbClr val="FFB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17373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(Loading)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2651760"/>
            <a:ext cx="0" cy="502920"/>
          </a:xfrm>
          <a:prstGeom prst="line">
            <a:avLst/>
          </a:prstGeom>
          <a:noFill/>
          <a:ln w="25400">
            <a:solidFill>
              <a:srgbClr val="FFB1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54680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 LAYER  ·  each terminal configured via CLI: --id &lt;terminalID&gt; --port &lt;port&gt;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611880"/>
            <a:ext cx="0" cy="457200"/>
          </a:xfrm>
          <a:prstGeom prst="line">
            <a:avLst/>
          </a:prstGeom>
          <a:noFill/>
          <a:ln w="25400">
            <a:solidFill>
              <a:srgbClr val="FFB1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406908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B100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788920" y="4069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Tracking Server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(mutex-protected baggage table)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5029200"/>
            <a:ext cx="0" cy="4572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54864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5486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baggage_history.log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66760" y="1737360"/>
            <a:ext cx="3154680" cy="4389120"/>
          </a:xfrm>
          <a:prstGeom prst="roundRect">
            <a:avLst>
              <a:gd name="adj" fmla="val 2899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4108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41080" y="23317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4108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23042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terminal runs as a client process bound to a --port.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41080" y="3154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410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31272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threads (pthreads) generate status events per terminal.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41080" y="39776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4108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39502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sent over TCP sockets to the central server.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41080" y="48006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47731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locks a mutex before mutating the shared baggage table.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41080" y="5623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41080" y="5623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5596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update is appended to the history log file.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Baggage Records &amp; Pointer Updates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852160" cy="4709160"/>
          </a:xfrm>
          <a:prstGeom prst="roundRect">
            <a:avLst>
              <a:gd name="adj" fmla="val 1942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276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baggage.h — core structure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5349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enum {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CHECKED_IN, SCANNED,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LOADED, MISSING, DELIVERED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BagStatus;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Bag {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bag_id;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flight_no[8], owner[40];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BagStatus status;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pthread_mutex_t lock;  // per-bag lock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Bag *next;      // list node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Bag;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 *create_bag(int id, const char *flight,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const char *owner) {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Bag *b = malloc(sizeof(Bag));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b-&gt;bag_id = id;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strncpy(b-&gt;flight_no, flight, 8);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strncpy(b-&gt;owner, owner, 40);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b-&gt;status = CHECKED_IN;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pthread_mutex_init(&amp;b-&gt;lock, NULL);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b-&gt;next = NULL;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update_status(Bag *b, BagStatus s) {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pthread_mutex_lock(&amp;b-&gt;lock);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b-&gt;status = s;          // exclusive write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pthread_mutex_unlock(&amp;b-&gt;lock);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720840" y="160020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E7F1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0" y="17282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malloc, not arrays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 are created dynamically as they check in, so the system scales to any bag count without a fixed cap.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3136392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E7F1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pointers everywhere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5935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receive Bag* so every module updates the same in-memory record — no stale copies.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4672584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E7F1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0" y="4800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 lives inside the bag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512978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Bag owns its own pthread_mutex_t, so one bag's update never blocks unrelated bags.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Function per Lifecycle Stage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of a bag's journey is isolated into its own function — easier to test, thread, and reason about independently.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2542032" cy="822960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560320"/>
            <a:ext cx="2542032" cy="4114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Shape 6"/>
          <p:cNvSpPr/>
          <p:nvPr/>
        </p:nvSpPr>
        <p:spPr>
          <a:xfrm>
            <a:off x="1618488" y="2286000"/>
            <a:ext cx="585216" cy="5852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18488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546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checkin_bag()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6616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 new bag: allocates the record, assigns an ID, writes CHECKED_IN, logs the event.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01568" y="214884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01568" y="2148840"/>
            <a:ext cx="2542032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401568" y="2560320"/>
            <a:ext cx="2542032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9976" y="2286000"/>
            <a:ext cx="585216" cy="5852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79976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31546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scan_bag()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38728" y="356616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by scanner threads; verifies the bag, transitions status to SCANNED under lock.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63056" y="214884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2148840"/>
            <a:ext cx="2542032" cy="822960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/>
        </p:spPr>
      </p:sp>
      <p:sp>
        <p:nvSpPr>
          <p:cNvPr id="21" name="Shape 19"/>
          <p:cNvSpPr/>
          <p:nvPr/>
        </p:nvSpPr>
        <p:spPr>
          <a:xfrm>
            <a:off x="6163056" y="2560320"/>
            <a:ext cx="2542032" cy="4114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2" name="Shape 20"/>
          <p:cNvSpPr/>
          <p:nvPr/>
        </p:nvSpPr>
        <p:spPr>
          <a:xfrm>
            <a:off x="7141464" y="2286000"/>
            <a:ext cx="585216" cy="5852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41464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31546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load_bag()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00216" y="356616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 scanned bag LOADED onto its aircraft; guarded by the same mutex discipline.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24544" y="214884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24544" y="2148840"/>
            <a:ext cx="2542032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8924544" y="2560320"/>
            <a:ext cx="2542032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9902952" y="2286000"/>
            <a:ext cx="585216" cy="5852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02952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061704" y="31546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deliver_bag()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61704" y="356616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lifecycle at the destination terminal, setting DELIVERED and finalizing history.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Multiple Scanners with pthreads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2240280"/>
            <a:ext cx="0" cy="5943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3464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8346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1540" y="3520440"/>
            <a:ext cx="0" cy="502920"/>
          </a:xfrm>
          <a:prstGeom prst="line">
            <a:avLst/>
          </a:prstGeom>
          <a:noFill/>
          <a:ln w="25400">
            <a:solidFill>
              <a:srgbClr val="FFB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240280"/>
            <a:ext cx="0" cy="5943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283464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08760" y="28346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43100" y="3520440"/>
            <a:ext cx="0" cy="502920"/>
          </a:xfrm>
          <a:prstGeom prst="line">
            <a:avLst/>
          </a:prstGeom>
          <a:noFill/>
          <a:ln w="25400">
            <a:solidFill>
              <a:srgbClr val="FFB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240280"/>
            <a:ext cx="868680" cy="5943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83464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60320" y="28346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4660" y="3520440"/>
            <a:ext cx="0" cy="502920"/>
          </a:xfrm>
          <a:prstGeom prst="line">
            <a:avLst/>
          </a:prstGeom>
          <a:noFill/>
          <a:ln w="25400">
            <a:solidFill>
              <a:srgbClr val="FFB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1480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FFB1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114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Baggage Table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920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scanning stations each run as an independent pthread, concurrently calling scan_bag() on bags that may overlap in the shared table — the exact condition that causes race conditions if left unguarded.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160020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0B25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1764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scanner_sim.c — spawning scanner threads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057400"/>
            <a:ext cx="49377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*scanner_thread(void *arg) {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ScannerCtx *ctx = (ScannerCtx *)arg;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ctx-&gt;num_events; i++) {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Bag *b = find_bag(ctx-&gt;table, ctx-&gt;bag_ids[i]);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(b) scan_bag(b);        // locks internally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usleep(50000);             // simulate scan delay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NULL;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main(int argc, char *argv[]) {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terminal_id = atoi(argv[1]);   // CLI config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port        = atoi(argv[2]);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pthread_t scanners[NUM_SCANNERS];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NUM_SCANNERS; i++) {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pthread_create(&amp;scanners[i], NULL,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scanner_thread, &amp;ctx[i]);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NUM_SCANNERS; i++)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pthread_join(scanners[i], NULL);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0;</a:t>
            </a:r>
            <a:endParaRPr lang="en-US" sz="10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Bag Must Never Be LOADED and MISSING at Once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3315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WITHOUT SYNCHRONIZATION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310896" cy="310896"/>
          </a:xfrm>
          <a:prstGeom prst="ellipse">
            <a:avLst/>
          </a:prstGeom>
          <a:solidFill>
            <a:srgbClr val="2440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350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 reads bag status: SCANNED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944368"/>
            <a:ext cx="310896" cy="310896"/>
          </a:xfrm>
          <a:prstGeom prst="ellipse">
            <a:avLst/>
          </a:prstGeom>
          <a:solidFill>
            <a:srgbClr val="2440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9169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 reads bag status: SCANNED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511296"/>
            <a:ext cx="310896" cy="310896"/>
          </a:xfrm>
          <a:prstGeom prst="ellipse">
            <a:avLst/>
          </a:prstGeom>
          <a:solidFill>
            <a:srgbClr val="2440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34838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 writes status: LOADED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310896" cy="310896"/>
          </a:xfrm>
          <a:prstGeom prst="ellipse">
            <a:avLst/>
          </a:prstGeom>
          <a:solidFill>
            <a:srgbClr val="2440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050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 writes status: MISSING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464515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4617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last write wins — LOADED is silently lost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52578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5C1A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state: bag looks MISSING but is on the plane.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169164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13315C"/>
          </a:solidFill>
          <a:ln w="19050">
            <a:solidFill>
              <a:srgbClr val="1E8E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MUTEX-GUARDED UPDATES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2377440"/>
            <a:ext cx="310896" cy="310896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2350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 locks bag-&gt;lock before reading or writing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2944368"/>
            <a:ext cx="310896" cy="310896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02552" y="2916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 blocks until Thread A releases the lock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3511296"/>
            <a:ext cx="310896" cy="310896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02552" y="34838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 commits status: LOADED, then unlocks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63640" y="4078224"/>
            <a:ext cx="310896" cy="310896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6364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702552" y="40507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 re-reads the now-current status: LOADED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63640" y="4645152"/>
            <a:ext cx="310896" cy="310896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63640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702552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C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B's stale MISSING transition is rejected/reordered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263640" y="52578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16382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0800" y="5257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state: exactly one valid status is ever visible.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Consistency Is Enforced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19072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2763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Per-bag mutex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2763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pthread_mutex_t lock lives inside every Bag, so unrelated bags never contend for the same lock.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7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679192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5877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Lock–modify–unlock discipline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58775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transition follows lock → read-check → write → unlock, with no unguarded path to the field.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5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639312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639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54787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transition table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54787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changes are validated against allowed transitions (e.g. SCANNED→LOADED) inside the locked section.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7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599432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599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50799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Condition-safe logging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50799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 to the history file happens only after the in-memory status commit succeeds, ordered under the same lock.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5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559552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559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46811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table lock for structural changes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546811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Adding/removing a bag from the table uses a separate coarse-grained lock, avoiding deadlock with per-bag locks.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Baggage History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760720" cy="4343400"/>
          </a:xfrm>
          <a:prstGeom prst="roundRect">
            <a:avLst>
              <a:gd name="adj" fmla="val 2105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log_status_change() — append-only writer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5257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log_status_change(Bag *b, BagStatus s) {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pthread_mutex_lock(&amp;file_lock);   // guard the file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*fp = fopen("baggage_history.log", "a");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(fp) {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time_t now = time(NULL);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fprintf(fp, "[%ld] Bag %d (%s): %s -&gt; %s\n",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now, b-&gt;bag_id, b-&gt;flight_no,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status_name(b-&gt;status), status_name(s));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fclose(fp);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pthread_mutex_unlock(&amp;file_lock);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Called right after the in-memory commit: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update_status(b, LOADED);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log_status_change(b, LOADED);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20840" y="1600200"/>
            <a:ext cx="4800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 OUTPUT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057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[1725100812] Bag 4521 (AI302): CHECKED_IN -&gt; SCANNED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[1725100840] Bag 4521 (AI302): SCANNED -&gt; LOADED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[1725100915] Bag 4521 (AI302): LOADED -&gt; DELIVERED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20840" y="35661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5204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file_lock mutex serializes writes so log lines never interleave.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431596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427024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happens after the in-memory state commits — the log reflects only confirmed transitions.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506577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502005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mode ("a") preserves full audit history for every bag, across the whole simulation.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Sockets: Connecting Airport Terminals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Client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(socket, connect)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2194560"/>
            <a:ext cx="1417320" cy="0"/>
          </a:xfrm>
          <a:prstGeom prst="line">
            <a:avLst/>
          </a:prstGeom>
          <a:noFill/>
          <a:ln w="25400">
            <a:solidFill>
              <a:srgbClr val="FFB10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56616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737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1737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(bind, listen, accept)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651760"/>
            <a:ext cx="0" cy="4572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310896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B1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Mutex-protected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baggage table update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6903720" cy="1874520"/>
          </a:xfrm>
          <a:prstGeom prst="roundRect">
            <a:avLst>
              <a:gd name="adj" fmla="val 4878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34340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 client — configured via CLI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sock = socket(AF_INET, SOCK_STREAM, 0);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addr.sin_port = htons(atoi(argv[2]));  // --port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connect(sock, (struct sockaddr*)&amp;addr, sizeof(addr));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send(sock, event_msg, strlen(event_msg), 0);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17373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7F1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1847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socket per terminal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2128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terminal (check-in, scanning, loading) opens its own TCP connection to the tracking server.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863840" y="3273552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7F1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thread-per-connection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accept()s each terminal and spawns a handler thread, so terminals operate concurrently.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863840" y="4809744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7F1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0" y="4919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trigger the same locked path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52852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 update comes from a local thread or a remote terminal, it funnels through the same mutex-guarded update_status().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Terminals via Command-Line Arguments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./baggage_terminal  --id CHK01  --port 9090  --server 127.0.0.1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3375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terminal identifier (e.g. CHK01, SCN02, LOAD03) tagging every event this terminal sends.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3063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33375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port this terminal's socket binds to or connects through — avoids port clashes when running several terminals on one host.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3063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11896" y="33375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11896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--server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4023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IP/hostname of the central tracking server this terminal reports status changes to.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argv parsing (getopt or manual atoi/strcmp) lets the same compiled binary act as any terminal in the airport — just change the flags at launch.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Invariant Holds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 a bag's status is exactly one of {CHECKED_IN, SCANNED, LOADED, MISSING, DELIVERED} at any instant, for every observer.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5F8F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679192"/>
            <a:ext cx="512064" cy="51206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877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58775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8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read-modify-write of b-&gt;status happens between pthread_mutex_lock/unlock — no interleaving is possible.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7F1F5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639312"/>
            <a:ext cx="512064" cy="51206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639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54787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with many scanners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54787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8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20+ scanner threads hammering overlapping bag IDs; the log must show a monotonic, single-threaded-looking sequence per bag.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5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599432"/>
            <a:ext cx="512064" cy="51206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599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50799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torn writes across sockets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450799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8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handler threads funnel every remote update through the same locked update_status() as local threads.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7F1F5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559552"/>
            <a:ext cx="512064" cy="51206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559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546811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via history log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546811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8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Replaying baggage_history.log for any bag_id must never show LOADED and MISSING as the two most recent, unordered entries.</a:t>
            </a:r>
            <a:endParaRPr lang="en-US" sz="1180" dirty="0"/>
          </a:p>
        </p:txBody>
      </p:sp>
      <p:sp>
        <p:nvSpPr>
          <p:cNvPr id="26" name="Text 2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Airport Baggage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504688"/>
            <a:ext cx="365760" cy="36576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5577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55046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5577840"/>
            <a:ext cx="365760" cy="36576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55046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5577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4630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Consistent Bag Is a Trusted Bag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2316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dynamic memory, modular pipeline functions, pthreads, mutex-guarded state, file-based history, and socket-linked terminals, this design guarantees that no bag is ever simultaneously LOADED and MISSING — turning a real airport's concurrency problem into a provably consistent system.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572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Pavani   ·   Reg. No: 192525248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2152</Words>
  <Application>Microsoft Office PowerPoint</Application>
  <PresentationFormat>Widescreen</PresentationFormat>
  <Paragraphs>319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B. Pavani</cp:lastModifiedBy>
  <cp:revision>2</cp:revision>
  <dcterms:created xsi:type="dcterms:W3CDTF">2026-09-01T07:59:55Z</dcterms:created>
  <dcterms:modified xsi:type="dcterms:W3CDTF">2026-09-01T08:19:08Z</dcterms:modified>
</cp:coreProperties>
</file>